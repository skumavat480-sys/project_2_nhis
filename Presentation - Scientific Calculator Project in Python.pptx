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Gilda Display" panose="020B0604020202020204" charset="0"/>
      <p:regular r:id="rId9"/>
    </p:embeddedFont>
    <p:embeddedFont>
      <p:font typeface="HK Grotesk" panose="020B0604020202020204" charset="0"/>
      <p:regular r:id="rId10"/>
    </p:embeddedFont>
    <p:embeddedFont>
      <p:font typeface="HK Grotesk Bold" panose="020B0604020202020204" charset="0"/>
      <p:regular r:id="rId11"/>
    </p:embeddedFont>
    <p:embeddedFont>
      <p:font typeface="HK Grotesk Light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34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27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666750" y="666750"/>
            <a:ext cx="8629650" cy="8953500"/>
            <a:chOff x="0" y="0"/>
            <a:chExt cx="1336959" cy="13871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6959" cy="1387131"/>
            </a:xfrm>
            <a:custGeom>
              <a:avLst/>
              <a:gdLst/>
              <a:ahLst/>
              <a:cxnLst/>
              <a:rect l="l" t="t" r="r" b="b"/>
              <a:pathLst>
                <a:path w="1336959" h="1387131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4"/>
              <a:stretch>
                <a:fillRect t="-199" b="-199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0734675" y="644466"/>
            <a:ext cx="6906169" cy="4265421"/>
            <a:chOff x="0" y="-47625"/>
            <a:chExt cx="9208225" cy="5687228"/>
          </a:xfrm>
        </p:grpSpPr>
        <p:sp>
          <p:nvSpPr>
            <p:cNvPr id="6" name="TextBox 6"/>
            <p:cNvSpPr txBox="1"/>
            <p:nvPr/>
          </p:nvSpPr>
          <p:spPr>
            <a:xfrm>
              <a:off x="0" y="2492393"/>
              <a:ext cx="9182100" cy="31472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023"/>
                </a:lnSpc>
              </a:pPr>
              <a:r>
                <a:rPr lang="en-US" sz="6023" dirty="0">
                  <a:solidFill>
                    <a:srgbClr val="FFFFFF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Scientific Calculator Project in Python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6125" y="207530"/>
              <a:ext cx="9182100" cy="9718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880"/>
                </a:lnSpc>
              </a:pPr>
              <a:endParaRPr lang="en-US" sz="4200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182100" cy="5103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</a:pPr>
              <a:endParaRPr lang="en-US" sz="2199" dirty="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76831C3-D389-E27C-7889-05548001D6CA}"/>
              </a:ext>
            </a:extLst>
          </p:cNvPr>
          <p:cNvSpPr txBox="1"/>
          <p:nvPr/>
        </p:nvSpPr>
        <p:spPr>
          <a:xfrm>
            <a:off x="10734674" y="7373029"/>
            <a:ext cx="7096125" cy="158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5880"/>
              </a:lnSpc>
            </a:pPr>
            <a:r>
              <a:rPr lang="en-US" sz="4400" dirty="0">
                <a:solidFill>
                  <a:schemeClr val="bg1"/>
                </a:solidFill>
                <a:latin typeface="HK Grotesk" panose="020B0604020202020204" charset="0"/>
              </a:rPr>
              <a:t>Sanju - Developed in Visual Studio Code</a:t>
            </a:r>
            <a:endParaRPr lang="en-US" sz="4200" dirty="0">
              <a:solidFill>
                <a:schemeClr val="bg1"/>
              </a:solidFill>
              <a:latin typeface="HK Grotesk" panose="020B0604020202020204" charset="0"/>
              <a:ea typeface="HK Grotesk Light"/>
              <a:cs typeface="HK Grotesk Light"/>
              <a:sym typeface="HK Grotesk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05025" y="3002297"/>
            <a:ext cx="12639675" cy="3914808"/>
            <a:chOff x="0" y="0"/>
            <a:chExt cx="16852900" cy="5219744"/>
          </a:xfrm>
        </p:grpSpPr>
        <p:sp>
          <p:nvSpPr>
            <p:cNvPr id="3" name="TextBox 3"/>
            <p:cNvSpPr txBox="1"/>
            <p:nvPr/>
          </p:nvSpPr>
          <p:spPr>
            <a:xfrm>
              <a:off x="0" y="171450"/>
              <a:ext cx="168529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432766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Project Overview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251244"/>
              <a:ext cx="16852900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project aims to create a </a:t>
              </a:r>
              <a:r>
                <a:rPr lang="en-US" sz="3000" b="1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user-friendly scientific calculator</a:t>
              </a: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using Python and Tkinter, leveraging Visual Studio Code for development and GitHub for project management.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086063"/>
              <a:ext cx="168529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b="1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Exploring the Scientific Calculator Development</a:t>
              </a:r>
            </a:p>
          </p:txBody>
        </p:sp>
      </p:grpSp>
      <p:sp>
        <p:nvSpPr>
          <p:cNvPr id="6" name="Freeform 6"/>
          <p:cNvSpPr/>
          <p:nvPr/>
        </p:nvSpPr>
        <p:spPr>
          <a:xfrm rot="-1268288">
            <a:off x="14795639" y="5873497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437773">
            <a:off x="13770320" y="-6241286"/>
            <a:ext cx="12640239" cy="11904807"/>
          </a:xfrm>
          <a:custGeom>
            <a:avLst/>
            <a:gdLst/>
            <a:ahLst/>
            <a:cxnLst/>
            <a:rect l="l" t="t" r="r" b="b"/>
            <a:pathLst>
              <a:path w="12640239" h="11904807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666750" y="666750"/>
            <a:ext cx="14077950" cy="2062247"/>
            <a:chOff x="0" y="0"/>
            <a:chExt cx="18770600" cy="2749662"/>
          </a:xfrm>
        </p:grpSpPr>
        <p:sp>
          <p:nvSpPr>
            <p:cNvPr id="4" name="TextBox 4"/>
            <p:cNvSpPr txBox="1"/>
            <p:nvPr/>
          </p:nvSpPr>
          <p:spPr>
            <a:xfrm>
              <a:off x="0" y="171450"/>
              <a:ext cx="187706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432766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Key Functionalities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130537"/>
              <a:ext cx="187706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Overview of calculator features and capabilities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6750" y="5143500"/>
            <a:ext cx="5448300" cy="3602831"/>
            <a:chOff x="0" y="0"/>
            <a:chExt cx="7264400" cy="4803775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Basic Arithmetic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165225"/>
              <a:ext cx="7264400" cy="3638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56"/>
                </a:lnSpc>
              </a:pPr>
              <a:r>
                <a:rPr lang="en-US" sz="2812" u="none" strike="noStrike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calculator efficiently handles basic operations such as addition, subtraction, multiplication, and division, providing users with quick access to essential mathematical functions.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19850" y="5143500"/>
            <a:ext cx="5448300" cy="4060031"/>
            <a:chOff x="0" y="0"/>
            <a:chExt cx="7264400" cy="5413375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Scientific Functions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65225"/>
              <a:ext cx="7264400" cy="4248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56"/>
                </a:lnSpc>
              </a:pPr>
              <a:r>
                <a:rPr lang="en-US" sz="2812" u="none" strike="noStrike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It includes advanced scientific operations like trigonometric functions (sin, cos, tan), logarithms, and square roots, catering to users requiring more comprehensive calculations in their tasks.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172950" y="5143500"/>
            <a:ext cx="5448300" cy="4060031"/>
            <a:chOff x="0" y="0"/>
            <a:chExt cx="7264400" cy="5413375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Constants Included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165225"/>
              <a:ext cx="7264400" cy="4248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56"/>
                </a:lnSpc>
              </a:pPr>
              <a:r>
                <a:rPr lang="en-US" sz="2812" u="none" strike="noStrike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calculator conveniently incorporates essential mathematical constants such as π (pi) and e (Euler’s number), facilitating more complex scientific calculations for users in various fields.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05025" y="2445084"/>
            <a:ext cx="12639675" cy="5029233"/>
            <a:chOff x="0" y="0"/>
            <a:chExt cx="16852900" cy="6705644"/>
          </a:xfrm>
        </p:grpSpPr>
        <p:sp>
          <p:nvSpPr>
            <p:cNvPr id="3" name="TextBox 3"/>
            <p:cNvSpPr txBox="1"/>
            <p:nvPr/>
          </p:nvSpPr>
          <p:spPr>
            <a:xfrm>
              <a:off x="0" y="171450"/>
              <a:ext cx="16852900" cy="30983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432766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Technical Implementation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37144"/>
              <a:ext cx="16852900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calculator was developed using </a:t>
              </a:r>
              <a:r>
                <a:rPr lang="en-US" sz="3000" b="1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Python</a:t>
              </a: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and the Tkinter framework, focusing on error handling to manage invalid inputs and enhance user experience efficiently.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71963"/>
              <a:ext cx="168529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b="1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Overview of development and error handling</a:t>
              </a:r>
            </a:p>
          </p:txBody>
        </p:sp>
      </p:grpSp>
      <p:sp>
        <p:nvSpPr>
          <p:cNvPr id="6" name="Freeform 6"/>
          <p:cNvSpPr/>
          <p:nvPr/>
        </p:nvSpPr>
        <p:spPr>
          <a:xfrm rot="-1268288">
            <a:off x="14795639" y="5873497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666750"/>
            <a:ext cx="8324850" cy="3514724"/>
            <a:chOff x="0" y="0"/>
            <a:chExt cx="11099800" cy="4686299"/>
          </a:xfrm>
        </p:grpSpPr>
        <p:sp>
          <p:nvSpPr>
            <p:cNvPr id="5" name="TextBox 5"/>
            <p:cNvSpPr txBox="1"/>
            <p:nvPr/>
          </p:nvSpPr>
          <p:spPr>
            <a:xfrm>
              <a:off x="0" y="2057399"/>
              <a:ext cx="11099800" cy="2628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completed scientific calculator features a </a:t>
              </a:r>
              <a:r>
                <a:rPr lang="en-US" sz="3000" b="1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sleek design</a:t>
              </a: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, showcasing its intuitive interface and responsive functionality, developed with Python and Tkinter.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1450"/>
              <a:ext cx="110998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432766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Final Output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503A82DE-53DC-E51B-51B5-4284202EC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0" y="685800"/>
            <a:ext cx="6781800" cy="89561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05025" y="3002297"/>
            <a:ext cx="12639675" cy="3914808"/>
            <a:chOff x="0" y="0"/>
            <a:chExt cx="16852900" cy="5219744"/>
          </a:xfrm>
        </p:grpSpPr>
        <p:sp>
          <p:nvSpPr>
            <p:cNvPr id="3" name="TextBox 3"/>
            <p:cNvSpPr txBox="1"/>
            <p:nvPr/>
          </p:nvSpPr>
          <p:spPr>
            <a:xfrm>
              <a:off x="0" y="171450"/>
              <a:ext cx="168529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432766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Learning Outcomes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251244"/>
              <a:ext cx="16852900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This project enabled the mastery of </a:t>
              </a:r>
              <a:r>
                <a:rPr lang="en-US" sz="3000" b="1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Python GUI development</a:t>
              </a:r>
              <a:r>
                <a:rPr lang="en-US" sz="3000">
                  <a:solidFill>
                    <a:srgbClr val="432766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and enhanced understanding of event-driven programming, error handling, and collaborative workflows using GitHub for efficient project management.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086063"/>
              <a:ext cx="168529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b="1">
                  <a:solidFill>
                    <a:srgbClr val="432766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Skills Acquired Through Project Development</a:t>
              </a:r>
            </a:p>
          </p:txBody>
        </p:sp>
      </p:grpSp>
      <p:sp>
        <p:nvSpPr>
          <p:cNvPr id="6" name="Freeform 6"/>
          <p:cNvSpPr/>
          <p:nvPr/>
        </p:nvSpPr>
        <p:spPr>
          <a:xfrm rot="-1268288">
            <a:off x="14795639" y="5873497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300848">
            <a:off x="12064338" y="5278644"/>
            <a:ext cx="13730046" cy="12931207"/>
          </a:xfrm>
          <a:custGeom>
            <a:avLst/>
            <a:gdLst/>
            <a:ahLst/>
            <a:cxnLst/>
            <a:rect l="l" t="t" r="r" b="b"/>
            <a:pathLst>
              <a:path w="13730046" h="12931207">
                <a:moveTo>
                  <a:pt x="0" y="0"/>
                </a:moveTo>
                <a:lnTo>
                  <a:pt x="13730046" y="0"/>
                </a:lnTo>
                <a:lnTo>
                  <a:pt x="13730046" y="12931207"/>
                </a:lnTo>
                <a:lnTo>
                  <a:pt x="0" y="12931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2671762" y="4457700"/>
            <a:ext cx="12944475" cy="116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799"/>
              </a:lnSpc>
            </a:pPr>
            <a:r>
              <a:rPr lang="en-US" sz="8799" dirty="0">
                <a:solidFill>
                  <a:srgbClr val="432766"/>
                </a:solidFill>
                <a:latin typeface="Gilda Display"/>
                <a:ea typeface="Gilda Display"/>
                <a:cs typeface="Gilda Display"/>
                <a:sym typeface="Gilda Displa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244</Words>
  <Application>Microsoft Office PowerPoint</Application>
  <PresentationFormat>Custom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HK Grotesk</vt:lpstr>
      <vt:lpstr>Calibri</vt:lpstr>
      <vt:lpstr>HK Grotesk Light</vt:lpstr>
      <vt:lpstr>HK Grotesk Bold</vt:lpstr>
      <vt:lpstr>Gilda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Scientific Calculator Project in Python</dc:title>
  <dc:creator>Sanju Kumavat</dc:creator>
  <dc:description>Presentation - Scientific Calculator Project in Python</dc:description>
  <cp:lastModifiedBy>Sanju Kumavat</cp:lastModifiedBy>
  <cp:revision>2</cp:revision>
  <dcterms:created xsi:type="dcterms:W3CDTF">2006-08-16T00:00:00Z</dcterms:created>
  <dcterms:modified xsi:type="dcterms:W3CDTF">2026-02-20T18:00:32Z</dcterms:modified>
  <dc:identifier>DAHB4YGE3DI</dc:identifier>
</cp:coreProperties>
</file>